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Adam opens: name the team and what we built in one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 — Problem. Anchor it in a real audience; hand off to Ugo for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Shown while Ugo demos / Anand explains. Call out 2-3 technical choices — data structures answers a graded criterion.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Ugo — Live demo (~3.5 min). Keep to pick-a-saved-lesson. If Wi-Fi/API stalls, play a pre-generated mp3 from output/ and keep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Anand — Takeaways + technical choices + what's next (~1.5 min), then hand to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field Q&amp;A. Adam: audience/use. Ugo: demo/product/cost. Anand: technical.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28930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94944" y="121615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41248" y="112014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124358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" y="105156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280160" y="117957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26464" y="109728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572768" y="126187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719072" y="116128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865376" y="122529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874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1 · AI CONSULTING BOOTCAMP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22860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Podcast Studio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548640" y="3337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Recapper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48640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any lesson, article, or report into a short spoken recap.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  ·   UGO   ·   ANAND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966960" y="604418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113264" y="597103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259568" y="587502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405872" y="599846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552176" y="580644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698480" y="593445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844784" y="585216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0991088" y="601675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137392" y="591616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1283696" y="598017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6126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get hours of dense material every day — and little time to review it.</a:t>
            </a:r>
            <a:endParaRPr lang="en-US" sz="18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notes back is slow. Listening isn't — you can review on the commute, at the gym, while cooking.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learners who want to review on the go — and an accessibility win for anyone who learns by ear.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406640" y="1737360"/>
            <a:ext cx="4206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sx="100000" sy="100000" kx="0" ky="0" algn="bl" rotWithShape="0" blurRad="127000" dist="38100" dir="5400000">
              <a:srgbClr val="9AA4B2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406640" y="21488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 min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7406640" y="3200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recap per lesson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589520" y="38404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NotebookLM — but focused on your own lessons.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clean pipeline, four swappable modules.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3093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2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3093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2237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lesson,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URL, or file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3093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data_processor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035808" y="2583180"/>
            <a:ext cx="448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46557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2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6557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5701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recap: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· points · script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6557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llm_processor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870448" y="2583180"/>
            <a:ext cx="448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30021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2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0021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TEXT-TO-SPEECH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9165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becomes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mp3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30021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tts_generator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705088" y="2583180"/>
            <a:ext cx="448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13485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C0741A"/>
          </a:solidFill>
          <a:ln w="12700">
            <a:solidFill>
              <a:srgbClr val="C0741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2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3485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APP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22629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&amp; read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recap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13485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5E4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main.py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4069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choices we made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480560"/>
            <a:ext cx="3514344" cy="1463040"/>
          </a:xfrm>
          <a:prstGeom prst="roundRect">
            <a:avLst>
              <a:gd name="adj" fmla="val 6250"/>
            </a:avLst>
          </a:prstGeom>
          <a:solidFill>
            <a:srgbClr val="EEF0F4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4617720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31520" y="502920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Pydantic schema keeps the reply reliable — no broken formatting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337304" y="4480560"/>
            <a:ext cx="3514344" cy="1463040"/>
          </a:xfrm>
          <a:prstGeom prst="roundRect">
            <a:avLst>
              <a:gd name="adj" fmla="val 6250"/>
            </a:avLst>
          </a:prstGeom>
          <a:solidFill>
            <a:srgbClr val="EEF0F4"/>
          </a:solidFill>
          <a:ln/>
        </p:spPr>
      </p:sp>
      <p:sp>
        <p:nvSpPr>
          <p:cNvPr id="28" name="Text 26"/>
          <p:cNvSpPr/>
          <p:nvPr/>
        </p:nvSpPr>
        <p:spPr>
          <a:xfrm>
            <a:off x="4520184" y="4617720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models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20184" y="502920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 + tts-1  →  about 1 cent per recap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125968" y="4480560"/>
            <a:ext cx="3514344" cy="1463040"/>
          </a:xfrm>
          <a:prstGeom prst="roundRect">
            <a:avLst>
              <a:gd name="adj" fmla="val 6250"/>
            </a:avLst>
          </a:prstGeom>
          <a:solidFill>
            <a:srgbClr val="EEF0F4"/>
          </a:solidFill>
          <a:ln/>
        </p:spPr>
      </p:sp>
      <p:sp>
        <p:nvSpPr>
          <p:cNvPr id="31" name="Text 29"/>
          <p:cNvSpPr/>
          <p:nvPr/>
        </p:nvSpPr>
        <p:spPr>
          <a:xfrm>
            <a:off x="8308848" y="4617720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data structures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08848" y="502920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dataclass + Pydantic model flow between modules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0"/>
            <a:ext cx="548640" cy="548640"/>
          </a:xfrm>
          <a:prstGeom prst="ellipse">
            <a:avLst/>
          </a:prstGeom>
          <a:solidFill>
            <a:srgbClr val="C0741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3444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saved lesson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206240" y="3200400"/>
            <a:ext cx="548640" cy="548640"/>
          </a:xfrm>
          <a:prstGeom prst="ellipse">
            <a:avLst/>
          </a:prstGeom>
          <a:solidFill>
            <a:srgbClr val="C0741A"/>
          </a:solidFill>
          <a:ln/>
        </p:spPr>
      </p:sp>
      <p:sp>
        <p:nvSpPr>
          <p:cNvPr id="7" name="Text 5"/>
          <p:cNvSpPr/>
          <p:nvPr/>
        </p:nvSpPr>
        <p:spPr>
          <a:xfrm>
            <a:off x="42062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89204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Generate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863840" y="3200400"/>
            <a:ext cx="548640" cy="548640"/>
          </a:xfrm>
          <a:prstGeom prst="ellipse">
            <a:avLst/>
          </a:prstGeom>
          <a:solidFill>
            <a:srgbClr val="C0741A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54964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the recap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4864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episode title, key points, and audio appear — then it plays.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576986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94944" y="569671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41248" y="560070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87552" y="572414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33856" y="553212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280160" y="566013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426464" y="557784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572768" y="574243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719072" y="564184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65376" y="570585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 &amp; what's next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34924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sx="100000" sy="100000" kx="0" ky="0" algn="bl" rotWithShape="0" blurRad="101600" dist="25400" dir="5400000">
              <a:srgbClr val="9AA4B2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design matters — asking for a spoken script beats bullet points.</a:t>
            </a:r>
            <a:endParaRPr lang="en-US" sz="1550" dirty="0"/>
          </a:p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inputs: pick a lesson, fetch a URL, or upload a file.</a:t>
            </a:r>
            <a:endParaRPr lang="en-US" sz="1550" dirty="0"/>
          </a:p>
          <a:p>
            <a:pPr marL="190500" indent="-190500">
              <a:lnSpc>
                <a:spcPct val="105000"/>
              </a:lnSpc>
              <a:buSzPct val="100000"/>
              <a:buChar char="•"/>
            </a:pPr>
            <a:r>
              <a:rPr lang="en-US" sz="15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design — separate data, LLM, speech, and UI — made it easy to grow.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263640" y="1645920"/>
            <a:ext cx="5349240" cy="4023360"/>
          </a:xfrm>
          <a:prstGeom prst="roundRect">
            <a:avLst>
              <a:gd name="adj" fmla="val 2727"/>
            </a:avLst>
          </a:prstGeom>
          <a:solidFill>
            <a:srgbClr val="1B2230"/>
          </a:solidFill>
          <a:ln/>
        </p:spPr>
      </p:sp>
      <p:sp>
        <p:nvSpPr>
          <p:cNvPr id="7" name="Text 5"/>
          <p:cNvSpPr/>
          <p:nvPr/>
        </p:nvSpPr>
        <p:spPr>
          <a:xfrm>
            <a:off x="653796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37960" y="233172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button for episodes</a:t>
            </a:r>
            <a:endParaRPr lang="en-US" sz="1550" dirty="0"/>
          </a:p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input</a:t>
            </a:r>
            <a:endParaRPr lang="en-US" sz="1550" dirty="0"/>
          </a:p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 / outro and choose-the-length</a:t>
            </a:r>
            <a:endParaRPr lang="en-US" sz="1550" dirty="0"/>
          </a:p>
          <a:p>
            <a:pPr marL="190500" indent="-190500">
              <a:lnSpc>
                <a:spcPct val="105000"/>
              </a:lnSpc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online so anyone can use it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2938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94944" y="185623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41248" y="176022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188366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" y="169164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280160" y="181965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26464" y="173736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572768" y="190195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719072" y="180136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865376" y="186537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4688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548640" y="3566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48640" y="4389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github.com/nyelugo/PROJECT-Podcast-Studio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966960" y="604418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113264" y="597103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259568" y="587502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405872" y="599846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552176" y="580644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698480" y="593445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844784" y="585216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991088" y="601675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137392" y="591616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283696" y="598017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Podcast Studio — Project 1</dc:title>
  <dc:subject>PptxGenJS Presentation</dc:subject>
  <dc:creator>Adam, Anand &amp; Ugo</dc:creator>
  <cp:lastModifiedBy>Adam, Anand &amp; Ugo</cp:lastModifiedBy>
  <cp:revision>1</cp:revision>
  <dcterms:created xsi:type="dcterms:W3CDTF">2026-07-15T09:33:45Z</dcterms:created>
  <dcterms:modified xsi:type="dcterms:W3CDTF">2026-07-15T09:33:45Z</dcterms:modified>
</cp:coreProperties>
</file>