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78210" autoAdjust="0"/>
  </p:normalViewPr>
  <p:slideViewPr>
    <p:cSldViewPr snapToGrid="0" snapToObjects="1">
      <p:cViewPr varScale="1">
        <p:scale>
          <a:sx n="104" d="100"/>
          <a:sy n="104" d="100"/>
        </p:scale>
        <p:origin x="10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51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SPEAKER 1 opens: name the team and what we built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Problem. Anchor it in a real audience; hand off to SPEAKER 2 for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"Thanks Ugo. So while that recap was generating, here's what was actually happening under the hood — and what we'd build next."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 choices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don't just ask the LLM for text back — we force it through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 always returns a title, key points, and script in the exact same shape. That's what stops broken formatting or half-finished output from ever reaching the user."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picked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gpt-4o-mini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summarizing 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tts-1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voice — both cheap and fast, so a full recap costs about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That mattered because we wanted this to be something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people'd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actually use daily, not something they ration."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the hood,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dataclass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raw lesson text, and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structured recap — so every module, data, LLM, speech, UI, is passing typed, predictable data to the next one instead of raw strings."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learned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"Two things stood out. One: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design mattered more than model choice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telling it to write a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script, not a bullet summary, made the audio actually sound natural. Two: keeping the pipeline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meant we could swap or fix one piece, say the TTS voice, without touching anything else."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What's next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"Next up: a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 button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intro/outro music, adjustable length — and eventually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deploying it online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it's not just the three of us using it."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 / handoff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"That's the build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Lesson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27000" dist="38100" dir="5400000" algn="bl" rotWithShape="0">
              <a:srgbClr val="9AA4B2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scale.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Monologue / Dialogue options for listeners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Choose-the-length of podcast (1m /3m)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Deploy as public utility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705</Words>
  <Application>Microsoft Macintosh PowerPoint</Application>
  <PresentationFormat>Widescreen</PresentationFormat>
  <Paragraphs>82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Nnanyelugo Ahukannah</cp:lastModifiedBy>
  <cp:revision>4</cp:revision>
  <dcterms:created xsi:type="dcterms:W3CDTF">2026-07-15T07:23:20Z</dcterms:created>
  <dcterms:modified xsi:type="dcterms:W3CDTF">2026-07-16T08:14:38Z</dcterms:modified>
</cp:coreProperties>
</file>