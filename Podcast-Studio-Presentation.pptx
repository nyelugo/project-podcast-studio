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9" r:id="rId4"/>
    <p:sldId id="258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78197" autoAdjust="0"/>
  </p:normalViewPr>
  <p:slideViewPr>
    <p:cSldViewPr snapToGrid="0" snapToObjects="1">
      <p:cViewPr>
        <p:scale>
          <a:sx n="66" d="100"/>
          <a:sy n="66" d="100"/>
        </p:scale>
        <p:origin x="1303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5516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 — Introduction (~45s). Open, name the team, one line on what it is — then straight into the problem.</a:t>
            </a:r>
          </a:p>
          <a:p>
            <a:r>
              <a:rPr lang="en-US" dirty="0"/>
              <a:t>“Hi, we’re Adam, Ugo, and Anand. We built Podcast Studio — a Content Recapper.”</a:t>
            </a:r>
          </a:p>
          <a:p>
            <a:r>
              <a:rPr lang="en-US" dirty="0"/>
              <a:t>What it is, in one line: “You give it a lesson — pick a saved one, a public URL, or upload a file — and it turns it into a short spoken recap podcast.”</a:t>
            </a:r>
          </a:p>
          <a:p>
            <a:r>
              <a:rPr lang="en-US" dirty="0"/>
              <a:t>Keep it to two sentences; the problem slide is where the story lands.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 — Problem (~1:15). Anchor it in a real audience, then hand to Ugo.</a:t>
            </a:r>
          </a:p>
          <a:p>
            <a:r>
              <a:rPr lang="en-US" dirty="0"/>
              <a:t>“As students, we get hours of dense material every day and very little time to review it.”</a:t>
            </a:r>
          </a:p>
          <a:p>
            <a:r>
              <a:rPr lang="en-US" dirty="0"/>
              <a:t>“Reading notes back is slow. Listening isn’t — you can do it on the commute, at the gym, cooking.”</a:t>
            </a:r>
          </a:p>
          <a:p>
            <a:r>
              <a:rPr lang="en-US" dirty="0"/>
              <a:t>“So our audience is learners who want a ~1-minute audio recap to review on the go. It’s also an accessibility win for anyone who learns better by ear.”</a:t>
            </a:r>
          </a:p>
          <a:p>
            <a:r>
              <a:rPr lang="en-US" dirty="0"/>
              <a:t>“Think NotebookLM, but focused on your own lessons.”</a:t>
            </a:r>
          </a:p>
          <a:p>
            <a:r>
              <a:rPr lang="en-US" dirty="0"/>
              <a:t>Hand off: “Ugo will show it live.”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2 — Live demo (~3.5 min). Keep to pick-a-saved-lesson. If Wi-Fi/API stalls, play a pre-generated mp3 from output/ and keep talking.</a:t>
            </a:r>
          </a:p>
          <a:p>
            <a:endParaRPr lang="en-US" dirty="0"/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 you start: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app already open at </a:t>
            </a:r>
            <a:r>
              <a:rPr lang="en-US" sz="102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http://localhost:7860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Wi-Fi checked, a backup </a:t>
            </a:r>
            <a:r>
              <a:rPr lang="en-US" sz="102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.mp3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ready.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“This is the Content Recapper app. On the left I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pick a saved lesson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provide a public non-password-gated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url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upload a compatible input file format”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Click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Generate recap podcast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it runs, narrate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 or two technical choices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(this is graded)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 lesson text goes to an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that returns a structured result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title, key points, and a spoken script — using a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so the output is always the right shape and can't drift into broken formatting."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"Then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OpenAI text-to-speech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reads that script back as audio."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 the three outputs: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Episode title → Key points → Recap script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Play the audio.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Let a few seconds of it actually play — that's the wow moment.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Quick flexibility mention (~10s, keep it verbal — stay on the reliable saved-lesson path, no live fetch):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"It also takes a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public URL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 an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uploaded file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(.txt, .md, .pdf), so it works for lessons, articles, or your own notes too."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 off: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"Anand will cover what we learned and where we'd take it."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the live run stalls (Wi-Fi/API):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immediately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play a pre-generated </a:t>
            </a:r>
            <a:r>
              <a:rPr lang="en-US" sz="102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.mp3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from </a:t>
            </a:r>
            <a:r>
              <a:rPr lang="en-US" sz="102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output/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 keep narrating. Never stare at a spinner.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Note: keep the demo on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pick-a-saved-lesson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it's fast and reliable. We're not featuring the login-only-pages caveat; no need to raise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"Thanks Ugo. So while that recap was generating, here's what was actually happening under the hood — and what we'd build next."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Technical choices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"We don't just ask the LLM for text back — we force it through a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Pydantic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schema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so it always returns a title, key points, and script in the exact same shape. That's what stops broken formatting or half-finished output from ever reaching the user."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"We picked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gpt-4o-mini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the summarizing and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tts-1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the voice — both cheap and fast, so a full recap costs about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cent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That mattered because we wanted this to be something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people'd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actually use daily, not something they ration."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"Under the hood, a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dataclass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carries the raw lesson text, and a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Pydantic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carries the structured recap — so every module, data, LLM, speech, UI, is passing typed, predictable data to the next one instead of raw strings."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we learned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"Two things stood out. One: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prompt design mattered more than model choice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telling it to write a </a:t>
            </a:r>
            <a:r>
              <a:rPr lang="en-GB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spoken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script, not a bullet summary, made the audio actually sound natural. Two: keeping the pipeline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modular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meant we could swap or fix one piece, say the TTS voice, without touching anything else."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What's next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"Next up: a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Monolgue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/dialogue options for listeners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intro/outro music, adjustable length — and eventually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deploying it online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so it's not just the three of us using it."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Close / handoff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"That's the build — happy to take questions."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field Q&amp;A. SPEAKER 1: audience/use. SPEAKER 2: demo/product/cost. SPEAKER 3: technical.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28930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94944" y="121615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841248" y="112014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87552" y="124358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33856" y="105156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280160" y="117957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426464" y="109728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572768" y="126187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719072" y="116128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865376" y="122529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48640" y="1874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1 · AI CONSULTING BOOTCAMP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2860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Podcast Studio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548640" y="3337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Recapper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48640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any lesson into a one-minute spoken recap.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1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  ·   Ugo   ·   Anand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966960" y="60441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0113264" y="59710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0259568" y="58750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0405872" y="59984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0552176" y="58064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698480" y="59344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0844784" y="58521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0991088" y="60167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1137392" y="59161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1283696" y="59801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6126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get hours of dense material every day — and little time to review it.</a:t>
            </a:r>
            <a:endParaRPr lang="en-US" sz="1800" dirty="0"/>
          </a:p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notes back is slow. Listening isn't — you can review on the commute, at the gym, while cooking.</a:t>
            </a:r>
            <a:endParaRPr lang="en-US" sz="18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learners who want to review on the go — and an accessibility win for anyone who learns by ear.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406640" y="1737360"/>
            <a:ext cx="4206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27000" dist="38100" dir="5400000" algn="bl" rotWithShape="0">
              <a:srgbClr val="9AA4B2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406640" y="21488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 min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7406640" y="3200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recap per lesson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589520" y="38404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NotebookLM — but focused on your own lessons.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2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344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saved lesson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2062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2062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8920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Generate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8638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78638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5496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the recap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864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episode title, key points, and audio appear — then it plays.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576986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" y="569671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841248" y="560070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987552" y="572414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133856" y="553212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280160" y="566013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426464" y="557784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572768" y="574243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719072" y="564184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865376" y="570585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clean pipeline, four swappable modules.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3093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3093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237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lesson,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URL, or paste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3093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data_processor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03580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46557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46557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5701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recap: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· points · script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6557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llm_processor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87044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30021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30021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TEXT-TO-SPEECH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9165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becomes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mp3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30021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tts_generator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70508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13485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C0741A"/>
          </a:solidFill>
          <a:ln w="12700">
            <a:solidFill>
              <a:srgbClr val="C0741A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913485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APP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22629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&amp; read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recap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13485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5E4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main.py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4069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choices we made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31520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31520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Pydantic schema keeps the reply reliable — no broken formatting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337304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4520184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models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20184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 + tts-1  →  about 1 cent per recap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125968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8308848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data structures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08848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dataclass + Pydantic model flow between modules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 &amp; what's next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34924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design matters — asking for a spoken script beats bullet points.</a:t>
            </a:r>
            <a:endParaRPr lang="en-US" sz="1550" dirty="0"/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inputs: pick a lesson, fetch a URL, or paste text.</a:t>
            </a:r>
            <a:endParaRPr lang="en-US" sz="1550" dirty="0"/>
          </a:p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design — separate data, LLM, speech, and UI — made it easy to scale.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263640" y="1645920"/>
            <a:ext cx="5349240" cy="4023360"/>
          </a:xfrm>
          <a:prstGeom prst="roundRect">
            <a:avLst>
              <a:gd name="adj" fmla="val 2727"/>
            </a:avLst>
          </a:prstGeom>
          <a:solidFill>
            <a:srgbClr val="1B223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653796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37960" y="233172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Monologue / Dialogue options for listeners</a:t>
            </a:r>
            <a:endParaRPr lang="en-US" sz="1550" dirty="0"/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 / outro </a:t>
            </a:r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Choose-the-length of podcast (1m /3m)</a:t>
            </a:r>
            <a:endParaRPr lang="en-US" sz="1550" dirty="0"/>
          </a:p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as public utility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2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93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94944" y="18562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841248" y="17602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87552" y="18836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33856" y="16916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280160" y="18196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426464" y="17373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572768" y="19019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719072" y="18013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865376" y="18653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48640" y="24688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548640" y="3566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github.com/nyelugo/PROJECT-Podcast-Studio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966960" y="60441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10113264" y="59710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0259568" y="58750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0405872" y="59984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0552176" y="58064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0698480" y="59344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0844784" y="58521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991088" y="60167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1137392" y="59161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1283696" y="59801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708</Words>
  <Application>Microsoft Office PowerPoint</Application>
  <PresentationFormat>Widescreen</PresentationFormat>
  <Paragraphs>82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Podcast Studio — Project 1</dc:title>
  <dc:subject>PptxGenJS Presentation</dc:subject>
  <dc:creator>Nnanyelugo Ahukannah</dc:creator>
  <cp:lastModifiedBy>Anand N</cp:lastModifiedBy>
  <cp:revision>4</cp:revision>
  <dcterms:created xsi:type="dcterms:W3CDTF">2026-07-15T07:23:20Z</dcterms:created>
  <dcterms:modified xsi:type="dcterms:W3CDTF">2026-07-16T08:19:32Z</dcterms:modified>
</cp:coreProperties>
</file>