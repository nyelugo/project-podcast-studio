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SPEAKER 1 opens: name the team and what we built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Problem. Anchor it in a real audience; hand off to SPEAKER 2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while SPEAKER 2 demos / SPEAKER 3 explains. Call out 2-3 technical choices — data structures answers a graded criterion.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Live demo (~3.5 min). Keep to pick-a-saved-lesson. If Wi-Fi/API stalls, play a pre-generated mp3 from output/ and keep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 — Takeaways + technical choices + what's next (~1.5 min), then hand to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SPEAKER 1: audience/use. SPEAKER 2: demo/product/cost. SPEAKER 3: technical.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Lesson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 into a one-minute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   ·   SPEAKER 2   ·   SPEAKER 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paste text.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grow.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button for episodes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input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and choose-the-length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online so anyone can use it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Nnanyelugo Ahukannah</dc:creator>
  <cp:lastModifiedBy>Nnanyelugo Ahukannah</cp:lastModifiedBy>
  <cp:revision>1</cp:revision>
  <dcterms:created xsi:type="dcterms:W3CDTF">2026-07-15T07:23:20Z</dcterms:created>
  <dcterms:modified xsi:type="dcterms:W3CDTF">2026-07-15T07:23:20Z</dcterms:modified>
</cp:coreProperties>
</file>