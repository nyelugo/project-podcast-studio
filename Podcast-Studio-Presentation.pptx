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9" r:id="rId4"/>
    <p:sldId id="258" r:id="rId5"/>
    <p:sldId id="260" r:id="rId6"/>
    <p:sldId id="261" r:id="rId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78197" autoAdjust="0"/>
  </p:normalViewPr>
  <p:slideViewPr>
    <p:cSldViewPr snapToGrid="0" snapToObjects="1">
      <p:cViewPr>
        <p:scale>
          <a:sx n="66" d="100"/>
          <a:sy n="66" d="100"/>
        </p:scale>
        <p:origin x="1303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55166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SPEAKER 1 opens: name the team and what we built in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1 — Problem. Anchor it in a real audience; hand off to SPEAKER 2 for the live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2 — Live demo (~3.5 min). Keep to pick-a-saved-lesson. If Wi-Fi/API stalls, play a pre-generated mp3 from output/ and keep talking.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"Thanks Ugo. So while that recap was generating, here's what was actually happening under the hood — and what we'd build next."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Technical choices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"We don't just ask the LLM for text back — we force it through a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Pydantic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schema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so it always returns a title, key points, and script in the exact same shape. That's what stops broken formatting or half-finished output from ever reaching the user."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"We picked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gpt-4o-mini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the summarizing and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tts-1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the voice — both cheap and fast, so a full recap costs about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cent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That mattered because we wanted this to be something </a:t>
            </a:r>
            <a:r>
              <a:rPr lang="en-GB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people'd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actually use daily, not something they ration."</a:t>
            </a: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"Under the hood, a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dataclass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carries the raw lesson text, and a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Pydantic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model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carries the structured recap — so every module, data, LLM, speech, UI, is passing typed, predictable data to the next one instead of raw strings."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 we learned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"Two things stood out. One: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prompt design mattered more than model choice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telling it to write a </a:t>
            </a:r>
            <a:r>
              <a:rPr lang="en-GB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spoken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script, not a bullet summary, made the audio actually sound natural. Two: keeping the pipeline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modular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meant we could swap or fix one piece, say the TTS voice, without touching anything else."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What's next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"Next up: a </a:t>
            </a:r>
            <a:r>
              <a:rPr lang="en-GB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Monolgue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/dialogue options for listeners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intro/outro music, adjustable length — and eventually </a:t>
            </a:r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deploying it online</a:t>
            </a:r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so it's not just the three of us using it."</a:t>
            </a:r>
          </a:p>
          <a:p>
            <a:r>
              <a:rPr lang="en-GB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Close / handoff</a:t>
            </a:r>
            <a:endParaRPr lang="en-GB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GB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"That's the build — happy to take questions."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field Q&amp;A. SPEAKER 1: audience/use. SPEAKER 2: demo/product/cost. SPEAKER 3: technical.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28930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94944" y="121615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841248" y="112014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87552" y="124358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33856" y="105156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280160" y="117957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426464" y="109728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572768" y="126187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719072" y="116128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865376" y="122529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48640" y="1874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1 · AI CONSULTING BOOTCAMP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22860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Podcast Studio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548640" y="3337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 Recapper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48640" y="4069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any lesson into a one-minute spoken recap.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100" dirty="0">
                <a:solidFill>
                  <a:srgbClr val="8A93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  ·   Ugo   ·   Anand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966960" y="60441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0113264" y="59710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0259568" y="58750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0405872" y="59984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0552176" y="58064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698480" y="59344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0844784" y="58521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0991088" y="60167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11137392" y="59161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11283696" y="59801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0000"/>
            </a:srgbClr>
          </a:solidFill>
          <a:ln/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6126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get hours of dense material every day — and little time to review it.</a:t>
            </a:r>
            <a:endParaRPr lang="en-US" sz="1800" dirty="0"/>
          </a:p>
          <a:p>
            <a:pPr marL="0" indent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notes back is slow. Listening isn't — you can review on the commute, at the gym, while cooking.</a:t>
            </a:r>
            <a:endParaRPr lang="en-US" sz="18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learners who want to review on the go — and an accessibility win for anyone who learns by ear.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406640" y="1737360"/>
            <a:ext cx="4206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27000" dist="38100" dir="5400000" algn="bl" rotWithShape="0">
              <a:srgbClr val="9AA4B2">
                <a:alpha val="3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7406640" y="214884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 min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7406640" y="3200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recap per lesson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589520" y="38404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NotebookLM — but focused on your own lessons.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2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6000" dirty="0"/>
          </a:p>
        </p:txBody>
      </p:sp>
      <p:sp>
        <p:nvSpPr>
          <p:cNvPr id="3" name="Shape 1"/>
          <p:cNvSpPr/>
          <p:nvPr/>
        </p:nvSpPr>
        <p:spPr>
          <a:xfrm>
            <a:off x="5486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2344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saved lesson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2062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2062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8920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Generate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863840" y="3200400"/>
            <a:ext cx="548640" cy="548640"/>
          </a:xfrm>
          <a:prstGeom prst="ellipse">
            <a:avLst/>
          </a:prstGeom>
          <a:solidFill>
            <a:srgbClr val="C0741A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7863840" y="3200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549640" y="32004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the recap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48640" y="42976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episode title, key points, and audio appear — then it plays.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576986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" y="569671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841248" y="560070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987552" y="572414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133856" y="553212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280160" y="566013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426464" y="557784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572768" y="574243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719072" y="564184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865376" y="570585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clean pipeline, four swappable modules.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3093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3093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237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lesson,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URL, or paste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3093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data_processor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03580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46557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346557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55701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recap: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· points · script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6557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llm_processor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87044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30021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630021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TEXT-TO-SPEECH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39165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becomes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mp3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30021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tts_generator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705088" y="2583180"/>
            <a:ext cx="4480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134856" y="1965960"/>
            <a:ext cx="2423160" cy="1691640"/>
          </a:xfrm>
          <a:prstGeom prst="roundRect">
            <a:avLst>
              <a:gd name="adj" fmla="val 5405"/>
            </a:avLst>
          </a:prstGeom>
          <a:solidFill>
            <a:srgbClr val="C0741A"/>
          </a:solidFill>
          <a:ln w="12700">
            <a:solidFill>
              <a:srgbClr val="C0741A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Text 18"/>
          <p:cNvSpPr/>
          <p:nvPr/>
        </p:nvSpPr>
        <p:spPr>
          <a:xfrm>
            <a:off x="9134856" y="21305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 APP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226296" y="253288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&amp; read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recap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134856" y="326440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5E4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main.py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4069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choices we made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731520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31520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Pydantic schema keeps the reply reliable — no broken formatting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337304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4520184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 models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520184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 + tts-1  →  about 1 cent per recap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125968" y="4480560"/>
            <a:ext cx="3514344" cy="1463040"/>
          </a:xfrm>
          <a:prstGeom prst="roundRect">
            <a:avLst>
              <a:gd name="adj" fmla="val 6250"/>
            </a:avLst>
          </a:prstGeom>
          <a:solidFill>
            <a:srgbClr val="EEF0F4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1" name="Text 29"/>
          <p:cNvSpPr/>
          <p:nvPr/>
        </p:nvSpPr>
        <p:spPr>
          <a:xfrm>
            <a:off x="8308848" y="4617720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data structures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308848" y="5029200"/>
            <a:ext cx="31485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5A64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dataclass + Pydantic model flow between modules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1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Takeaways &amp; what's next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349240" cy="402336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EF0F4"/>
            </a:solidFill>
            <a:prstDash val="solid"/>
          </a:ln>
          <a:effectLst>
            <a:outerShdw blurRad="101600" dist="25400" dir="5400000" algn="bl" rotWithShape="0">
              <a:srgbClr val="9AA4B2">
                <a:alpha val="30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905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33172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design matters — asking for a spoken script beats bullet points.</a:t>
            </a:r>
            <a:endParaRPr lang="en-US" sz="1550" dirty="0"/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inputs: pick a lesson, fetch a URL, or paste text.</a:t>
            </a:r>
            <a:endParaRPr lang="en-US" sz="155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550" dirty="0">
                <a:solidFill>
                  <a:srgbClr val="1B2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design — separate data, LLM, speech, and UI — made it easy to scale.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263640" y="1645920"/>
            <a:ext cx="5349240" cy="4023360"/>
          </a:xfrm>
          <a:prstGeom prst="roundRect">
            <a:avLst>
              <a:gd name="adj" fmla="val 2727"/>
            </a:avLst>
          </a:prstGeom>
          <a:solidFill>
            <a:srgbClr val="1B2230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6537960" y="18745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50" dirty="0">
                <a:solidFill>
                  <a:srgbClr val="C074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37960" y="2331720"/>
            <a:ext cx="4800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Monologue / Dialogue options for listeners</a:t>
            </a:r>
            <a:endParaRPr lang="en-US" sz="1550" dirty="0"/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 / outro </a:t>
            </a:r>
          </a:p>
          <a:p>
            <a:pPr marL="190500" indent="-1905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Choose-the-length of podcast (1m /3m)</a:t>
            </a:r>
            <a:endParaRPr lang="en-US" sz="1550" dirty="0"/>
          </a:p>
          <a:p>
            <a:pPr marL="190500" indent="-190500">
              <a:lnSpc>
                <a:spcPct val="105000"/>
              </a:lnSpc>
              <a:buSzPct val="100000"/>
              <a:buChar char="•"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as public utility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2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293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Shape 1"/>
          <p:cNvSpPr/>
          <p:nvPr/>
        </p:nvSpPr>
        <p:spPr>
          <a:xfrm>
            <a:off x="694944" y="18562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841248" y="17602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987552" y="18836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133856" y="16916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>
            <a:off x="1280160" y="18196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1426464" y="17373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1572768" y="19019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1719072" y="18013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1865376" y="18653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2" name="Text 10"/>
          <p:cNvSpPr/>
          <p:nvPr/>
        </p:nvSpPr>
        <p:spPr>
          <a:xfrm>
            <a:off x="548640" y="246888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548640" y="35661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C074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48640" y="4389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A93A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github.com/nyelugo/PROJECT-Podcast-Studio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966960" y="6044184"/>
            <a:ext cx="64008" cy="16459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10113264" y="5971032"/>
            <a:ext cx="64008" cy="31089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10259568" y="5875020"/>
            <a:ext cx="64008" cy="50292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10405872" y="5998464"/>
            <a:ext cx="64008" cy="256032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10552176" y="5806440"/>
            <a:ext cx="64008" cy="64008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10698480" y="5934456"/>
            <a:ext cx="64008" cy="38404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10844784" y="585216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10991088" y="6016752"/>
            <a:ext cx="64008" cy="219456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11137392" y="5916168"/>
            <a:ext cx="64008" cy="420624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11283696" y="5980176"/>
            <a:ext cx="64008" cy="292608"/>
          </a:xfrm>
          <a:prstGeom prst="roundRect">
            <a:avLst>
              <a:gd name="adj" fmla="val 42857"/>
            </a:avLst>
          </a:prstGeom>
          <a:solidFill>
            <a:srgbClr val="C0741A">
              <a:alpha val="85000"/>
            </a:srgbClr>
          </a:solidFill>
          <a:ln/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708</Words>
  <Application>Microsoft Office PowerPoint</Application>
  <PresentationFormat>Widescreen</PresentationFormat>
  <Paragraphs>82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Podcast Studio — Project 1</dc:title>
  <dc:subject>PptxGenJS Presentation</dc:subject>
  <dc:creator>Nnanyelugo Ahukannah</dc:creator>
  <cp:lastModifiedBy>Anand N</cp:lastModifiedBy>
  <cp:revision>4</cp:revision>
  <dcterms:created xsi:type="dcterms:W3CDTF">2026-07-15T07:23:20Z</dcterms:created>
  <dcterms:modified xsi:type="dcterms:W3CDTF">2026-07-16T08:19:32Z</dcterms:modified>
</cp:coreProperties>
</file>