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197" autoAdjust="0"/>
  </p:normalViewPr>
  <p:slideViewPr>
    <p:cSldViewPr snapToGrid="0" snapToObjects="1">
      <p:cViewPr>
        <p:scale>
          <a:sx n="66" d="100"/>
          <a:sy n="66" d="100"/>
        </p:scale>
        <p:origin x="130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516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 — Introduction (~45s). Open, name the team, one line on what it is — then straight into the problem.</a:t>
            </a:r>
          </a:p>
          <a:p>
            <a:r>
              <a:rPr lang="en-US" dirty="0"/>
              <a:t>“Hi, we’re Adam, Ugo, and Anand. We built Podcast Studio — a Content Recapper.”</a:t>
            </a:r>
          </a:p>
          <a:p>
            <a:r>
              <a:rPr lang="en-US" dirty="0"/>
              <a:t>What it is, in one line: “You give it a lesson — pick a saved one, a public URL, or upload a file — and it turns it into a short spoken recap podcast.”</a:t>
            </a:r>
          </a:p>
          <a:p>
            <a:r>
              <a:rPr lang="en-US" dirty="0"/>
              <a:t>Keep it to two sentences; the problem slide is where the story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 — Problem (~1:15). Anchor it in a real audience, then hand to Ugo.</a:t>
            </a:r>
          </a:p>
          <a:p>
            <a:r>
              <a:rPr lang="en-US" dirty="0"/>
              <a:t>“As students, we get hours of dense material every day and very little time to review it.”</a:t>
            </a:r>
          </a:p>
          <a:p>
            <a:r>
              <a:rPr lang="en-US" dirty="0"/>
              <a:t>“Reading notes back is slow. Listening isn’t — you can do it on the commute, at the gym, cooking.”</a:t>
            </a:r>
          </a:p>
          <a:p>
            <a:r>
              <a:rPr lang="en-US" dirty="0"/>
              <a:t>“So our audience is learners who want a ~1-minute audio recap to review on the go. It’s also an accessibility win for anyone who learns better by ear.”</a:t>
            </a:r>
          </a:p>
          <a:p>
            <a:r>
              <a:rPr lang="en-US" dirty="0"/>
              <a:t>“Think NotebookLM, but focused on your own lessons.”</a:t>
            </a:r>
          </a:p>
          <a:p>
            <a:r>
              <a:rPr lang="en-US" dirty="0"/>
              <a:t>Hand off: “Ugo will show it live.”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— Live demo (~3.5 min). Keep to pick-a-saved-lesson. If Wi-Fi/API stalls, play a pre-generated mp3 from output/ and keep talking.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you start: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app already open at </a:t>
            </a:r>
            <a:r>
              <a:rPr lang="en-US" sz="102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http://localhost:7860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Wi-Fi checked, a backup </a:t>
            </a:r>
            <a:r>
              <a:rPr lang="en-US" sz="102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.mp3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ready.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is the Content Recapper app. On the left I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 a saved lesson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provide a public non-password-gated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upload a compatible input file format”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 recap podcast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it runs, narrate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or two technical choices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(this is graded)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lesson text goes to 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that returns a structured result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title, key points, and a spoken script — using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the output is always the right shape and can't drift into broken formatting."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OpenAI text-to-speech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reads that script back as audio."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the three outputs: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Episode title → Key points → Recap script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 the audio.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Let a few seconds of it actually play — that's the wow moment.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flexibility mention (~10s, keep it verbal — stay on the reliable saved-lesson path, no live fetch):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"It also takes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URL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 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uploaded 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(.txt, .md, .pdf), so it works for lessons, articles, or your own notes too."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 off: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"Anand will cover what we learned and where we'd take it."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live run stalls (Wi-Fi/API):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immediately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 a pre-generated </a:t>
            </a:r>
            <a:r>
              <a:rPr lang="en-US" sz="102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.mp3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US" sz="102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output/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keep narrating. Never stare at a spinner.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keep the demo on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pick-a-saved-lesson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it's fast and reliable. We're not featuring the login-only-pages caveat; no need to raise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"Thanks Ugo. So while that recap was generating, here's what was actually happening under the hood — and what we'd build next."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choices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don't just ask the LLM for text back — we force it through a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Pydantic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schema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it always returns a title, key points, and script in the exact same shape. That's what stops broken formatting or half-finished output from ever reaching the user."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picked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gpt-4o-mini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 summarizing and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tts-1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 voice — both cheap and fast, so a full recap costs about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That mattered because we wanted this to be something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people'd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actually use daily, not something they ration."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"Under the hood, a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dataclass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carries the raw lesson text, and a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Pydantic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carries the structured recap — so every module, data, LLM, speech, UI, is passing typed, predictable data to the next one instead of raw strings."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we learned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"Two things stood out. One: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design mattered more than model choice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telling it to write a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spoken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script, not a bullet summary, made the audio actually sound natural. Two: keeping the pipeline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modular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meant we could swap or fix one piece, say the TTS voice, without touching anything else."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 next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"Next up: a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Monolgue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/dialogue options for listeners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intro/outro music, adjustable length — and eventually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deploying it online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it's not just the three of us using it."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/ handoff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"That's the build — happy to take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field Q&amp;A (~3 min) — split domains so nobody freezes. Closing line first:</a:t>
            </a:r>
          </a:p>
          <a:p>
            <a:r>
              <a:rPr lang="en-US" dirty="0"/>
              <a:t>“That’s the build — happy to take questions.”</a:t>
            </a:r>
          </a:p>
          <a:p>
            <a:r>
              <a:rPr lang="en-US" dirty="0"/>
              <a:t>Adam — “Who would actually use this?”: students reviewing on the go; accessibility; onboarding/training recaps.</a:t>
            </a:r>
          </a:p>
          <a:p>
            <a:r>
              <a:rPr lang="en-US" dirty="0"/>
              <a:t>Adam — “Could your team run it?”: yes — README + TEAM_GUIDE + double-click launchers, Mac &amp; Windows.</a:t>
            </a:r>
          </a:p>
          <a:p>
            <a:r>
              <a:rPr lang="en-US" dirty="0"/>
              <a:t>Ugo — demo/product (“can it do X?”): show or describe; scope is one lesson → one recap, extensible.</a:t>
            </a:r>
          </a:p>
          <a:p>
            <a:r>
              <a:rPr lang="en-US" dirty="0"/>
              <a:t>Ugo — cost: about 1 cent per recap (one LLM call + one TTS call).</a:t>
            </a:r>
          </a:p>
          <a:p>
            <a:r>
              <a:rPr lang="en-US" dirty="0"/>
              <a:t>Anand — “How do you stop it making things up?”: structured output + the prompt grounds it in the provided text.</a:t>
            </a:r>
          </a:p>
          <a:p>
            <a:r>
              <a:rPr lang="en-US" dirty="0"/>
              <a:t>Anand — “Why OpenAI for both?”: one key and bill, strong integration, TTS returns mp3 (no extra tools).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9304"/>
            <a:ext cx="64008" cy="164592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94944" y="1216152"/>
            <a:ext cx="64008" cy="310896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41248" y="112014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87552" y="1243584"/>
            <a:ext cx="64008" cy="256032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3856" y="105156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280160" y="1179576"/>
            <a:ext cx="64008" cy="384048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426464" y="109728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572768" y="1261872"/>
            <a:ext cx="64008" cy="219456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719072" y="1161288"/>
            <a:ext cx="64008" cy="420624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865376" y="1225296"/>
            <a:ext cx="64008" cy="292608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0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AI CONSULTING BOOTCAMP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Podcast Studio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0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Recapper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lesson into a one-minute spoken recap.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8A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 ·   Ugo   ·   Anand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66960" y="6044184"/>
            <a:ext cx="64008" cy="164592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113264" y="5971032"/>
            <a:ext cx="64008" cy="310896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0259568" y="587502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405872" y="5998464"/>
            <a:ext cx="64008" cy="256032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0552176" y="580644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698480" y="5934456"/>
            <a:ext cx="64008" cy="384048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844784" y="585216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0991088" y="6016752"/>
            <a:ext cx="64008" cy="219456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1137392" y="5916168"/>
            <a:ext cx="64008" cy="420624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283696" y="5980176"/>
            <a:ext cx="64008" cy="292608"/>
          </a:xfrm>
          <a:prstGeom prst="roundRect">
            <a:avLst>
              <a:gd name="adj" fmla="val 42857"/>
            </a:avLst>
          </a:prstGeom>
          <a:solidFill>
            <a:srgbClr val="C0741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12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hours of dense material every day — and little time to review it.</a:t>
            </a:r>
            <a:endParaRPr lang="en-US" sz="1800" dirty="0"/>
          </a:p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notes back is slow. Listening isn't — you can review on the commute, at the gym, while cooking.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learners who want to review on the go — and an accessibility win for anyone who learns by ear.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06640" y="173736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EF0F4"/>
            </a:solidFill>
            <a:prstDash val="solid"/>
          </a:ln>
          <a:effectLst>
            <a:outerShdw blurRad="127000" dist="38100" dir="5400000" algn="bl" rotWithShape="0">
              <a:srgbClr val="9AA4B2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06640" y="2148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0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min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40664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recap per lesson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0" y="3840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NotebookLM — but focused on your own lessons.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0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C074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saved lesson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06240" y="3200400"/>
            <a:ext cx="548640" cy="548640"/>
          </a:xfrm>
          <a:prstGeom prst="ellipse">
            <a:avLst/>
          </a:prstGeom>
          <a:solidFill>
            <a:srgbClr val="C074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2062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9204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Generate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63840" y="3200400"/>
            <a:ext cx="548640" cy="548640"/>
          </a:xfrm>
          <a:prstGeom prst="ellipse">
            <a:avLst/>
          </a:prstGeom>
          <a:solidFill>
            <a:srgbClr val="C074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8638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4964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recap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episode title, key points, and audio appear — then it plays.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69864"/>
            <a:ext cx="64008" cy="164592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94944" y="5696712"/>
            <a:ext cx="64008" cy="310896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41248" y="560070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87552" y="5724144"/>
            <a:ext cx="64008" cy="256032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133856" y="553212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80160" y="5660136"/>
            <a:ext cx="64008" cy="384048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426464" y="557784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572768" y="5742432"/>
            <a:ext cx="64008" cy="219456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719072" y="5641848"/>
            <a:ext cx="64008" cy="420624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865376" y="5705856"/>
            <a:ext cx="64008" cy="292608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pipeline, four swappable modules.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0936" y="196596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0F4"/>
            </a:solidFill>
            <a:prstDash val="solid"/>
          </a:ln>
          <a:effectLst>
            <a:outerShdw blurRad="101600" dist="25400" dir="5400000" algn="bl" rotWithShape="0">
              <a:srgbClr val="9AA4B2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30936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0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376" y="25328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lesson,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or paste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" y="3264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data_processor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35808" y="258318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65576" y="196596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0F4"/>
            </a:solidFill>
            <a:prstDash val="solid"/>
          </a:ln>
          <a:effectLst>
            <a:outerShdw blurRad="101600" dist="25400" dir="5400000" algn="bl" rotWithShape="0">
              <a:srgbClr val="9AA4B2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65576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0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7016" y="25328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recap: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points · script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65576" y="3264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llm_processor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0448" y="258318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0216" y="196596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0F4"/>
            </a:solidFill>
            <a:prstDash val="solid"/>
          </a:ln>
          <a:effectLst>
            <a:outerShdw blurRad="101600" dist="25400" dir="5400000" algn="bl" rotWithShape="0">
              <a:srgbClr val="9AA4B2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300216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0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91656" y="25328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becomes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mp3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0216" y="3264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tts_generator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05088" y="258318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34856" y="196596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C0741A"/>
          </a:solidFill>
          <a:ln w="12700">
            <a:solidFill>
              <a:srgbClr val="C0741A"/>
            </a:solidFill>
            <a:prstDash val="solid"/>
          </a:ln>
          <a:effectLst>
            <a:outerShdw blurRad="101600" dist="25400" dir="5400000" algn="bl" rotWithShape="0">
              <a:srgbClr val="9AA4B2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134856" y="2130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26296" y="25328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&amp; read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recap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34856" y="3264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4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choices we made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EEF0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31520" y="461772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3148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Pydantic schema keeps the reply reliable — no broken formatting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37304" y="448056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EEF0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520184" y="461772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models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0184" y="5029200"/>
            <a:ext cx="3148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+ tts-1  →  about 1 cent per recap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25968" y="448056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EEF0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308848" y="461772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structures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08848" y="5029200"/>
            <a:ext cx="3148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dataclass + Pydantic model flow between modules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what's next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EF0F4"/>
            </a:solidFill>
            <a:prstDash val="solid"/>
          </a:ln>
          <a:effectLst>
            <a:outerShdw blurRad="101600" dist="25400" dir="5400000" algn="bl" rotWithShape="0">
              <a:srgbClr val="9AA4B2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90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matters — asking for a spoken script beats bullet points.</a:t>
            </a:r>
            <a:endParaRPr lang="en-US" sz="1550" dirty="0"/>
          </a:p>
          <a:p>
            <a:pPr marL="190500" indent="-1905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inputs: pick a lesson, fetch a URL, or paste text.</a:t>
            </a:r>
            <a:endParaRPr lang="en-US" sz="1550" dirty="0"/>
          </a:p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5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— separate data, LLM, speech, and UI — made it easy to scale.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B22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537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0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23317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Monologue / Dialogue options for listeners</a:t>
            </a:r>
            <a:endParaRPr lang="en-US" sz="1550" dirty="0"/>
          </a:p>
          <a:p>
            <a:pPr marL="190500" indent="-1905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/ outro </a:t>
            </a:r>
          </a:p>
          <a:p>
            <a:pPr marL="190500" indent="-1905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Choose-the-length of podcast (1m /3m)</a:t>
            </a:r>
            <a:endParaRPr lang="en-US" sz="1550" dirty="0"/>
          </a:p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public utility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29384"/>
            <a:ext cx="64008" cy="164592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94944" y="1856232"/>
            <a:ext cx="64008" cy="310896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41248" y="176022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87552" y="1883664"/>
            <a:ext cx="64008" cy="256032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33856" y="169164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280160" y="1819656"/>
            <a:ext cx="64008" cy="384048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426464" y="173736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572768" y="1901952"/>
            <a:ext cx="64008" cy="219456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719072" y="1801368"/>
            <a:ext cx="64008" cy="420624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865376" y="1865376"/>
            <a:ext cx="64008" cy="292608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0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github.com/nyelugo/PROJECT-Podcast-Studio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66960" y="6044184"/>
            <a:ext cx="64008" cy="164592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113264" y="5971032"/>
            <a:ext cx="64008" cy="310896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259568" y="587502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405872" y="5998464"/>
            <a:ext cx="64008" cy="256032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0552176" y="580644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698480" y="5934456"/>
            <a:ext cx="64008" cy="384048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0844784" y="585216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991088" y="6016752"/>
            <a:ext cx="64008" cy="219456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1137392" y="5916168"/>
            <a:ext cx="64008" cy="420624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1283696" y="5980176"/>
            <a:ext cx="64008" cy="292608"/>
          </a:xfrm>
          <a:prstGeom prst="roundRect">
            <a:avLst>
              <a:gd name="adj" fmla="val 42857"/>
            </a:avLst>
          </a:prstGeom>
          <a:solidFill>
            <a:srgbClr val="C0741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Podcast Studio — Project 1</dc:title>
  <dc:subject>PptxGenJS Presentation</dc:subject>
  <dc:creator>Nnanyelugo Ahukannah</dc:creator>
  <cp:lastModifiedBy>Anand N</cp:lastModifiedBy>
  <cp:revision>4</cp:revision>
  <dcterms:created xsi:type="dcterms:W3CDTF">2026-07-15T07:23:20Z</dcterms:created>
  <dcterms:modified xsi:type="dcterms:W3CDTF">2026-07-16T08:19:32Z</dcterms:modified>
</cp:coreProperties>
</file>