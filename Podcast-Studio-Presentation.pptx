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8197" autoAdjust="0"/>
  </p:normalViewPr>
  <p:slideViewPr>
    <p:cSldViewPr snapToGrid="0" snapToObjects="1">
      <p:cViewPr varScale="1">
        <p:scale>
          <a:sx n="100" d="100"/>
          <a:sy n="100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551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SPEAKER 1 opens: name the team and what we built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Problem. Anchor it in a real audience; hand off to SPEAKER 2 for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Live demo (~3.5 min). Keep to pick-a-saved-lesson. If Wi-Fi/API stalls, play a pre-generated mp3 from output/ and keep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"Thanks Ugo. So while that recap was generating, here's what was actually happening under the hood — and what we'd build next."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 choices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don't just ask the LLM for text back — we force it through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 always returns a title, key points, and script in the exact same shape. That's what stops broken formatting or half-finished output from ever reaching the user."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picked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gpt-4o-mini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summarizing 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tts-1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voice — both cheap and fast, so a full recap costs about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That mattered because we wanted this to be something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people'd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actually use daily, not something they ration."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the hood,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dataclass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raw lesson text, and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structured recap — so every module, data, LLM, speech, UI, is passing typed, predictable data to the next one instead of raw strings."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we learned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"Two things stood out. One: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design mattered more than model choice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telling it to write a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script, not a bullet summary, made the audio actually sound natural. Two: keeping the pipeline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meant we could swap or fix one piece, say the TTS voice, without touching anything else."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What's next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"Next up: a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 button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intro/outro music, adjustable length — and eventually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deploying it online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it's not just the three of us using it."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 / handoff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"That's the build —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field Q&amp;A. SPEAKER 1: audience/use. SPEAKER 2: demo/product/cost. SPEAKER 3: technical.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930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21615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12014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24358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05156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17957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26187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16128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22529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AI CONSULTING BOOTCAMP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 Studio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Lesson Recapper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lesson into a one-minute spoken recap.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  ·   Ugo   ·   Anand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hours of dense material every day — and little time to review it.</a:t>
            </a:r>
            <a:endParaRPr lang="en-US" sz="1800" dirty="0"/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notes back is slow. Listening isn't — you can review on the commute, at the gym, while cooking.</a:t>
            </a:r>
            <a:endParaRPr lang="en-US" sz="1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learners who want to review on the go — and an accessibility win for anyone who learns by ear.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27000" dist="38100" dir="5400000" algn="bl" rotWithShape="0">
              <a:srgbClr val="9AA4B2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0664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0664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recap per lesson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NotebookLM — but focused on your own lessons.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saved lesson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062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920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Generate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638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recap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episode title, key points, and audio appear — then it plays.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" y="569671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41248" y="560070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87552" y="572414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133856" y="553212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80160" y="566013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26464" y="557784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572768" y="574243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719072" y="564184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865376" y="570585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pipeline, four swappable modules.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3093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3093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lesson,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or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data_processor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3580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6557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46557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5701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recap: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points · script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6557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llm_processor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021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30021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becomes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021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tts_generator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508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C0741A"/>
          </a:solidFill>
          <a:ln w="12700">
            <a:solidFill>
              <a:srgbClr val="C0741A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13485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2629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read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3485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5E4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31520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schema keeps the reply reliable — no broken formatting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37304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520184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models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20184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tts-1  →  about 1 cent per recap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5968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308848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structures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08848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dataclass + Pydantic model flow between modules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matters — asking for a spoken script beats bullet points.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inputs: pick a lesson, fetch a URL, or paste text.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separate data, LLM, speech, and UI — made it easy to scale.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B223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Monologue / Dialogue options for listeners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/ outro </a:t>
            </a:r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Choose-the-length of podcast (1m /3m)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online so anyone can use it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93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8562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7602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8836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6916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8196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7373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9019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8013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8653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github.com/nyelugo/PROJECT-Podcast-Studio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Office PowerPoint</Application>
  <PresentationFormat>Widescreen</PresentationFormat>
  <Paragraphs>82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Studio — Project 1</dc:title>
  <dc:subject>PptxGenJS Presentation</dc:subject>
  <dc:creator>Nnanyelugo Ahukannah</dc:creator>
  <cp:lastModifiedBy>Anand N</cp:lastModifiedBy>
  <cp:revision>3</cp:revision>
  <dcterms:created xsi:type="dcterms:W3CDTF">2026-07-15T07:23:20Z</dcterms:created>
  <dcterms:modified xsi:type="dcterms:W3CDTF">2026-07-15T10:42:50Z</dcterms:modified>
</cp:coreProperties>
</file>