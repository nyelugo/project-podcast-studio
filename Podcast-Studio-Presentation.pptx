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74449" autoAdjust="0"/>
  </p:normalViewPr>
  <p:slideViewPr>
    <p:cSldViewPr snapToGrid="0" snapToObjects="1">
      <p:cViewPr varScale="1">
        <p:scale>
          <a:sx n="98" d="100"/>
          <a:sy n="98" d="100"/>
        </p:scale>
        <p:origin x="130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51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SPEAKER 1 opens: name the team and what we built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Problem. Anchor it in a real audience; hand off to SPEAKER 2 for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</a:p>
          <a:p>
            <a:endParaRPr lang="en-US" dirty="0"/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Before you start: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app already open at </a:t>
            </a:r>
            <a:r>
              <a:rPr lang="en-US" sz="102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http://localhost:7860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Wi-Fi checked, a backup </a:t>
            </a:r>
            <a:r>
              <a:rPr lang="en-US" sz="102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.mp3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ready.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“This is the Content Recapper app. On the left I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 a saved 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provide a public non-password-gated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upload a compatible input file format”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Click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Generate recap podcast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 it runs, narrate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or two technical choices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(this is graded)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 lesson text goes to an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that returns a structured result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title, key points, and a spoken script — using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the output is always the right shape and can't drift into broken formatting."</a:t>
            </a:r>
          </a:p>
          <a:p>
            <a:pPr lvl="1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"Then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OpenAI text-to-speech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reads that script back as audio."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three outputs: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Episode title → Key points → Recap script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 the audio.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Let a few seconds of it actually play — that's the wow moment.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Quick flexibility mention (~10s, keep it verbal — stay on the reliable saved-lesson path, no live fetch):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"It also takes a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URL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 an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uploaded file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(.txt, .md, .pdf), so it works for lessons, articles, or your own notes too."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Hand off: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"Anand will cover what we learned and where we'd take it."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the live run stalls (Wi-Fi/API):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immediately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 a pre-generated </a:t>
            </a:r>
            <a:r>
              <a:rPr lang="en-US" sz="102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.mp3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from </a:t>
            </a:r>
            <a:r>
              <a:rPr lang="en-US" sz="102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output/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 keep narrating. Never stare at a spinner.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Note: keep the demo on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pick-a-saved-lesson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it's fast and reliable. We're not featuring the login-only-pages caveat; no need to raise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"Thanks Ugo. So while that recap was generating, here's what was actually happening under the hood — and what we'd build next."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 choices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don't just ask the LLM for text back — we force it through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 always returns a title, key points, and script in the exact same shape. That's what stops broken formatting or half-finished output from ever reaching the user."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picked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gpt-4o-mini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summarizing 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tts-1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voice — both cheap and fast, so a full recap costs about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That mattered because we wanted this to be something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people'd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actually use daily, not something they ration."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the hood,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dataclass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raw lesson text, and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structured recap — so every module, data, LLM, speech, UI, is passing typed, predictable data to the next one instead of raw strings."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learned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"Two things stood out. One: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design mattered more than model choice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telling it to write a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script, not a bullet summary, made the audio actually sound natural. Two: keeping the pipeline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meant we could swap or fix one piece, say the TTS voice, without touching anything else."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What's next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"Next up: a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download button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intro/outro music, adjustable length — and eventually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deploying it online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it's not just the three of us using it."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 / handoff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"That's the build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Daily Lesson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27000" dist="38100" dir="5400000" algn="bl" rotWithShape="0">
              <a:srgbClr val="9AA4B2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scale.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Monologue / Dialogue options for listeners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Choose-the-length of podcast (1m /3m)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Deploy as public utility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990</Words>
  <Application>Microsoft Macintosh PowerPoint</Application>
  <PresentationFormat>Widescreen</PresentationFormat>
  <Paragraphs>105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Nnanyelugo Ahukannah</cp:lastModifiedBy>
  <cp:revision>6</cp:revision>
  <dcterms:created xsi:type="dcterms:W3CDTF">2026-07-15T07:23:20Z</dcterms:created>
  <dcterms:modified xsi:type="dcterms:W3CDTF">2026-07-16T08:45:14Z</dcterms:modified>
</cp:coreProperties>
</file>